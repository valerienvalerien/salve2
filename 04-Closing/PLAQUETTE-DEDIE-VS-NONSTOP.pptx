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Équipe managée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Équipe managée. À utiliser en rendez-vous quand le prospect hésite entre les deux, ou quand il demande l'Équipe managée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l'Équipe managée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critère est le verrou : sous 4 positions, on ne vend pas l'Équipe managée, même si le client le demande.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L'Équipe managée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deux promesses sont distinctes et toutes deux tenables — ne jamais promettre une capacité inchangée pendant l'absence.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Équipe managée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les heures où on vous sollicite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h/semaine, sur une plage classique.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passé 18h ou le week-end, personne ne répond avant le lendemain matin.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 sur 6h-20h, 3×8 ou 24·7, plus un superviseur dédié.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heures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sont là de 9h à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après : c'est déjà la totalité de votre trafic. Payer une rotation nocturne pour zéro appel après 18h ne rembourse jamais son surcoût.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du soir attend le lendemain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 ou week-end sans réponse : le ticket part à l'ouverture, sans pénalité ni client qui décroche.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couvrez 1 à 3 positions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une rotation ne peut de toute façon pas tourner : le sujet Équipe managée ne se pose même pas.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glisse le traitement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quelques heures dans la journée, pas d'un jour : le manager métier reprend, le ticket part juste un peu plus tard.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plage classique : c'est le forfait qui porte l'écart de −40 à −60 % face à un poste interne en France.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sur 9h–18h, soit 1 425 € de moins que le même effectif en Équipe managée.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à l'Équipe managée revient à payer une garantie dont vos horaires n'ont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à l'Équipe managée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demandes arrivent après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week-end ou la nuit. Hors 9h–18h, un poste dédié ne répond pas : il faut quelqu'un en poste, physiquement, sur ces heures-là.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19h ne peut pas attendre lundi 9h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heures de silence, ce n'est pas un délai : c'est une rupture. Un ticket dédié attend l'ouverture ; un ticket en Équipe managée est pris en charge dans l'heure.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heure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de SLA, escalade client, appel d'offres à défendre : dès qu'une heure se facture,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couverture dépasse 45 h/semaine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6h-20h, 3×8 ou 24·7 : au-delà d'une journée de travail, il faut des équipes qui se relaient, pas des agents qui s'épuisent.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ouvrez 4 positions ou plus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physique de la rotation : 4 × 35 h = 140 h/semaine pour 70 h d'amplitude. En dessous, elle ne tourne pas.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l'Équipe managée, dès lors qu'il touche les heures — sauf le plancher de 4 positions,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heures décident,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les heures à couvrir, de 9h–18h à 8h–20h.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9h à 18h,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de l'Équipe managée coûtent +15 % sans couvrir une minute de plus, tant que personne ne sollicite le support hors de ces heures. Le surcoût n'achète pas du temps : il achète une garantie.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8h-20h, la comparaison change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avec 4 positions en simultané demande 5,3 têtes en dédié. L'Équipe managée couvre la même plage avec 4 agents — donc ~2,3 en ligne à la fois. Moins cher pour cette raison, pas par efficacité.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6207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62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734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21608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690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9959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394106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nombre d'agents en ligne à la fois : ~2,3 sur 8h-20h, et environ 25 % de moins pendant l'absence.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l'Équipe managée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ne passer à l'Équipe managée que si la plage à tenir dépasse une journée de travail.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5,3 têtes pour tenir 4 positions en simultané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à l'Équipe managée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vos demandes arrivent entre 9h et 18h, le Poste dédié les couvre au meilleur prix. Dès qu'elles arrivent après 18h, le week-end ou la nuit — et que vous avez 4 positions à ouvrir — l'Équipe managée les couvre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vos horaires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à couvrir, volume, SLA en vigueur, et ce qui se passe aujourd'hui quand un ticket arrive hors plage.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Équipe managée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Équipe managée</dc:title>
  <dc:subject>PptxGenJS Presentation</dc:subject>
  <dc:creator>Salverys</dc:creator>
  <cp:lastModifiedBy>Salverys</cp:lastModifiedBy>
  <cp:revision>1</cp:revision>
  <dcterms:created xsi:type="dcterms:W3CDTF">2026-08-25T15:24:39Z</dcterms:created>
  <dcterms:modified xsi:type="dcterms:W3CDTF">2026-08-25T15:24:39Z</dcterms:modified>
</cp:coreProperties>
</file>