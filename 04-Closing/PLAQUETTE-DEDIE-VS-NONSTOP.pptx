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Non-stop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Non-stop. À utiliser en rendez-vous quand le prospect hésite entre les deux, ou quand il demande le Non-stop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le Non-stop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critère est le verrou : sous 4 positions, on ne vend pas le Non-stop, même si le client le demande.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Le Non-stop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trois promesses sont distinctes et toutes tenables — ne jamais promettre la capacité inchangée hors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Non-stop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l'amplitude que vous devez couvrir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votre couverture est bornée par les heures de présence de vos agents.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Non-stop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rotation, plus un superviseur dédié.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jours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flux tient en 1 à 3 positions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la rotation n'existe pas : le Non-stop n'est ni staffable ni tenable. Le sujet ne se pose même pas.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appellent en journée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plage de ~45 h/semaine est exactement ce qu'un agent dédié couvre. Payer une rotation n'achèterait pas une minute de plus.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n'arrête pas le service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reprend les absences ponctuelles. Vos tickets sont traités — un peu plus lentement le temps de l'absence.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voulez le même interlocuteur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nominatif finit par connaître votre parc mieux que vos nouveaux arrivants. Une rotation dilue mécaniquement cette connaissance.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forfait qui porte l'écart de −40 à −60 % face à un poste interne en France. Le Non-stop, lui, s'achète pour une garantie.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en heures de bureau, soit 1 425 € de moins que le même effectif en Non-stop.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au Non-stop revient à payer une garantie dont votre besoin n'a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au Non-stop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plage dépasse la journée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6h-20h, soirée, ou 3×8. Au-delà de ~45 h/semaine, un agent dédié ne suffit plus : il faut 1,33 tête par position pour tenir 8h-20h.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un SLA opposable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délai de première réponse est écrit dans votre contrat client, « le manager reprendra » n'est pas une réponse suffisante.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demi-journée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contractuelle, escalade client, appel d'offres à défendre : quand la rupture se chiffre,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4 positions ou plus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de staffing : 4 × 35 h = 140 h/semaine pour 70 h d'amplitude. Un absent laisse encore 105 h de couverture.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voulez un superviseur dédié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qui pilote la file, arbitre les priorités et rend compte — pas seulement des agents qui traitent des tickets.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le Non-stop — sauf le plancher de 4 positions,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L'amplitude décide,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la plage à couvrir.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heures de bureau,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du Non-stop coûtent +15 % sans couvrir une minute de plus. Le surcoût n'achète pas du temps : il achète la garantie que la plage tienne.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8h-20h, le Non-stop repasse devant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en Poste dédié demande 1,33 tête par position, soit 5,3 personnes pour 4 postes. L'amplitude coûte des personnes, pas un pourcentage.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6207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62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734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21608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690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Non-stop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9959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horaire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394106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à l'identique — elle baisse d'environ 25 % le temps de l'absence.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28616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5276088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7A8B94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760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23160" y="52029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nominatif réservé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06240" y="5148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reste inchangée : zéro rupture, dès 1 agent.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06640" y="514807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de niveau de service, cumulable avec le Poste dédié — pas un quatrième forfait.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le Non-stop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n'ajouter Priority que si une rupture est réellement inacceptable.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5,3 têtes pour 4 positions — plus cher que le Non-stop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au Non-stop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votre besoin tient dans une journée de travail, le Poste dédié le couvre au meilleur prix. Dès que la plage à tenir dépasse une journée — et que vous avez 4 positions à ouvrir — le Non-stop la tient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votre plage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à couvrir, volume, SLA en vigueur, et ce qui se passe aujourd'hui quand personne ne répond.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Non-stop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Non-stop</dc:title>
  <dc:subject>PptxGenJS Presentation</dc:subject>
  <dc:creator>Salverys</dc:creator>
  <cp:lastModifiedBy>Salverys</cp:lastModifiedBy>
  <cp:revision>1</cp:revision>
  <dcterms:created xsi:type="dcterms:W3CDTF">2026-08-14T13:58:01Z</dcterms:created>
  <dcterms:modified xsi:type="dcterms:W3CDTF">2026-08-14T13:58:01Z</dcterms:modified>
</cp:coreProperties>
</file>