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3D4E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E3D4E"/>
                </a:solidFill>
                <a:latin typeface="Calibri"/>
              </a:rPr>
              <a:t>Coût mensuel estimé pour 4 agents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Poste dédié</c:v>
                </c:pt>
              </c:strCache>
            </c:strRef>
          </c:tx>
          <c:spPr>
            <a:solidFill>
              <a:srgbClr val="9AA7B0"/>
            </a:solidFill>
            <a:effectLst/>
          </c:spPr>
          <c:invertIfNegative val="0"/>
          <c:dLbls>
            <c:numFmt formatCode="#,##0 &quot;€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424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Heures de bureau
(~45 h/semaine)</c:v>
                  </c:pt>
                  <c:pt idx="1">
                    <c:v>Amplitude 8h-20h
(60 h/semaine)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9500</c:v>
                </c:pt>
                <c:pt idx="1">
                  <c:v>12664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Non-stop</c:v>
                </c:pt>
              </c:strCache>
            </c:strRef>
          </c:tx>
          <c:spPr>
            <a:solidFill>
              <a:srgbClr val="E06B52"/>
            </a:solidFill>
            <a:effectLst/>
          </c:spPr>
          <c:invertIfNegative val="0"/>
          <c:dLbls>
            <c:numFmt formatCode="#,##0 &quot;€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424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Heures de bureau
(~45 h/semaine)</c:v>
                  </c:pt>
                  <c:pt idx="1">
                    <c:v>Amplitude 8h-20h
(60 h/semaine)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10925</c:v>
                </c:pt>
                <c:pt idx="1">
                  <c:v>10925</c:v>
                </c:pt>
              </c:numCache>
            </c:numRef>
          </c:val>
        </c:ser>
        <c:dLbls>
          <c:numFmt formatCode="#,##0 &quot;€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2424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E3D4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00"/>
          <c:min val="0"/>
        </c:scaling>
        <c:delete val="0"/>
        <c:axPos val="l"/>
        <c:majorGridlines>
          <c:spPr>
            <a:ln w="12700" cap="flat">
              <a:solidFill>
                <a:srgbClr val="E8ED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A8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E3D4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Plaquette d'aide au choix entre le forfait Poste dédié et le forfait Non-stop. À utiliser en rendez-vous quand le prospect hésite entre les deux, ou quand il demande le Non-stop alors que son besoin ne le justifie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 clé : ce n'est pas une échelle de taille, ce sont deux promesses. Si le prospect ne retient qu'une chose, c'est celle-là.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utiliser quand le prospect demande spontanément le Non-stop : lui montrer qu'il paierait une garantie dont son besoin n'a pas l'usage.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4e critère est le verrou : sous 4 positions, on ne vend pas le Non-stop, même si le client le demande. Ce n'est pas un choix commercial, c'est une contrainte de staffing.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Chiffres issus du simulateur public (PRICING.md §3.f). Le Non-stop à 4 agents (10 925 €) correspond au « à partir de 11 000 € » affiché sur le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Répond à l'objection « et si votre agent est malade ? ». Les trois promesses sont distinctes et toutes tenables — ne jamais promettre la capacité inchangée hors Priority.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qu'on sait dire non à une montée en gamme est ce qui rend crédible la recommandation inverse.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l'amplitude, jamais sur le prix : c'est le critère qui rend l'arbitrage évident et qui nous laisse recommander le forfait le moins cher sans perdre le deal.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486400" cy="5486400"/>
          </a:xfrm>
          <a:prstGeom prst="ellipse">
            <a:avLst/>
          </a:prstGeom>
          <a:solidFill>
            <a:srgbClr val="1A5F7A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023360"/>
            <a:ext cx="3108960" cy="3108960"/>
          </a:xfrm>
          <a:prstGeom prst="ellipse">
            <a:avLst/>
          </a:prstGeom>
          <a:solidFill>
            <a:srgbClr val="E06B52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SALVERYS · HELPDESK IT N1 &amp; SUPPORT APPLICATIF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Poste dédié ou Non-stop ?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BFD0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vrai coût de la continuité de service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entre nos deux forfaits ne se joue pas sur le nombre de tickets.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 joue sur les heures où on vous sollicite — et sur ce qui doit se passer quand quelqu'un manque.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892040"/>
            <a:ext cx="5212080" cy="56692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48920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francophone · Antananarivo → France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POINT DE DÉPART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ne sont pas deux tailles du même service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Beaucoup d'acheteurs lisent nos forfaits comme une échelle : un peu plus d'agents, un peu plus cher. C'est faux. Les deux forfaits achètent deux promesses distinctes.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860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A5F7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81635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achetez des personnes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87552" y="334670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0" name="Text 8"/>
          <p:cNvSpPr/>
          <p:nvPr/>
        </p:nvSpPr>
        <p:spPr>
          <a:xfrm>
            <a:off x="1298448" y="329184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100 % à vous, 35 ou 40 h/semaine, sur une plage classique.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87552" y="400507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2" name="Text 10"/>
          <p:cNvSpPr/>
          <p:nvPr/>
        </p:nvSpPr>
        <p:spPr>
          <a:xfrm>
            <a:off x="1298448" y="395020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connaît votre parc, vos procédures, vos utilisateurs récurrents.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87552" y="466344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4" name="Text 12"/>
          <p:cNvSpPr/>
          <p:nvPr/>
        </p:nvSpPr>
        <p:spPr>
          <a:xfrm>
            <a:off x="1298448" y="4608576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absence isolée est reprise par le manager métier : le service continue, le délai de traitement s'allonge.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4681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contrepartie : passé 18h ou le week-end, personne ne répond avant le lendemain matin.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201168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22860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Non-stop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281635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achetez une plage horaire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611112" y="334670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922008" y="329184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minimum en rotation sur 6h-20h, 3×8 ou 24·7, plus un superviseur dédié.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11112" y="400507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3" name="Text 21"/>
          <p:cNvSpPr/>
          <p:nvPr/>
        </p:nvSpPr>
        <p:spPr>
          <a:xfrm>
            <a:off x="6922008" y="395020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 est dimensionnée pour que la plage tienne, pas pour qu'une personne soit là.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11112" y="466344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5" name="Text 23"/>
          <p:cNvSpPr/>
          <p:nvPr/>
        </p:nvSpPr>
        <p:spPr>
          <a:xfrm>
            <a:off x="6922008" y="4608576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absent fait baisser la capacité d'environ 25 % — il ne ferme jamais la plage.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0" y="54681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contrepartie : la rotation se paie, même les heures où personne ne manque.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Restez au Poste dédié si…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344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utilisateurs sont là de 9h à 18h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après : c'est déjà la totalité de votre trafic. Payer une rotation nocturne pour zéro appel après 18h ne rembourse jamais son surcoût.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ticket du soir attend le lendemain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Nuit ou week-end sans réponse : le ticket part à l'ouverture, sans pénalité ni client qui décroche.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3444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couvrez 1 à 3 positions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4 agents, une rotation ne peut de toute façon pas tourner : le sujet Non-stop ne se pose même pas.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absence glisse le traitement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quelques heures dans la journée, pas d'un jour : le manager métier reprend, le ticket part juste un peu plus tard.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1772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6177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34440" y="4526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cherchez le prix au plus juste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34440" y="488289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une plage classique : c'est le forfait qui porte l'écart de −40 à −60 % face à un poste interne en France.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0E3D4E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5171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9 500 €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549640" y="45262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C6D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pour 4 agents sur 9h–18h, soit 1 425 € de moins que le même effectif en Non-stop.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ces cinq cas, monter au Non-stop revient à payer une garantie dont vos horaires n'ont pas l'usage — et nous vous le dirons.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Passez au Non-stop si…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344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demandes arrivent après 18h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week-end ou la nuit. Hors 9h–18h, un poste dédié ne répond pas : il faut quelqu'un en poste, physiquement, sur ces heures-là.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Vendredi 19h ne peut pas attendre lundi 9h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heures de silence, ce n'est pas un délai : c'est une rupture. Un ticket dédié attend l'ouverture ; un ticket Non-stop est pris en charge dans l'heure.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3444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heure sans réponse coûte cher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Pénalité de SLA, escalade client, appel d'offres à défendre : dès qu'une heure se facture, la rotation devient l'option économique.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couverture dépasse 45 h/semaine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6h-20h, 3×8 ou 24·7 : au-delà d'une journée de travail, il faut des équipes qui se relaient, pas des agents qui s'épuisent.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1772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6177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34440" y="4526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ouvrez 4 positions ou plus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34440" y="488289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plancher physique de la rotation : 4 × 35 h = 140 h/semaine pour 70 h d'amplitude. En dessous, elle ne tourne pas.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E06B52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51713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−1 739 €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641080" y="45720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C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face au Poste dédié sur-staffé, dès lors que la plage à tenir est 8h-20h.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de ces cinq critères suffit à justifier le Non-stop, dès lors qu'il touche les heures — sauf le plancher de 4 positions, qui, lui, est non négociable.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BASCULE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heures décident, pas le volume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effectif identique — 4 agents — le forfait le moins cher change selon les heures à couvrir, de 9h–18h à 8h–20h. C'est le seul arbitrage qui compte.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965960"/>
          <a:ext cx="68580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14884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4F6F7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01000" y="23042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9h à 18h, le dédié gagne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01000" y="277063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5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rotation et le superviseur du Non-stop coûtent +15 % sans couvrir une minute de plus, tant que personne ne sollicite le support hors de ces heures. Le surcoût n'achète pas du temps : il achète une garantie.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772400" y="374904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DEEE9"/>
          </a:solidFill>
          <a:ln w="12700">
            <a:solidFill>
              <a:srgbClr val="F3CFC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39044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8h-20h, le Non-stop repasse devant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01000" y="437083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5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60 h/semaine en Poste dédié demande 1,33 tête par position, soit 5,3 personnes pour 4 postes. Chaque heure de plus à couvrir coûte une tête, pas un pourcentage.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053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helpdesk IT N1 (2 500 €/ETP, dégressif volume inclus). Support applicatif N1 SaaS : 8 740 € · 10 051 € · 11 650 €. Estimations indicatives — devis ferme sous 24 h.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DOCTRINE DE CONTINUITÉ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qu'on promet quand quelqu'un manque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de nos forfaits ne vend un « agent de backup » en ligne d'option : le remplacement est le coût de l'engagement, il est dans le prix. Voici ce qu'il couvre, palier par palier.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FORFAIT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2316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REMPLACE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20624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PROMET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0" y="2148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NE PROMET PAS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62072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1A5F7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62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23160" y="2788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manager métier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06240" y="2734056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absences ponctuelles sont reprises : congés isolés, arrêt court.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06640" y="2734056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absences simultanées ni un arrêt long : on prévient et on ajuste le SLA au cadrage.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721608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0690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069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Non-stop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23160" y="399592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06240" y="3941064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plage horaire reste tenue : 4 × 35 h couvrent 70 h d'amplitude, un absent en laisse 105.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406640" y="394106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capacité à l'identique — elle baisse d'environ 25 % le temps de l'absence.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928616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68680" y="5276088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7A8B94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2760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423160" y="520293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backup nominatif réservé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206240" y="51480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capacité reste inchangée : zéro rupture, dès 1 agent.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406640" y="514807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de niveau de service, cumulable avec le Poste dédié — pas un quatrième forfait.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manager métier est déjà payé et supervise déjà votre compte : aucune tête supplémentaire à recruter, donc aucune ligne en plus sur votre facture.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ÉVITER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façons de se tromper de forfait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257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28800"/>
            <a:ext cx="384048" cy="384048"/>
          </a:xfrm>
          <a:prstGeom prst="ellipse">
            <a:avLst/>
          </a:prstGeom>
          <a:solidFill>
            <a:srgbClr val="1A5F7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810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Prendre le Non-stop « pour être tranquille 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260604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A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60120" y="2862072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support sollicité de 9h à 18h, 3 positions, aucun SLA opposable — et un forfait à rotation acheté par précaution.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776472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A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0120" y="4032504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payez +15 % pour une continuité que votre manager métier assure déjà, et vous diluez la connaissance de votre parc entre 4 agents au lieu de 3.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983480"/>
            <a:ext cx="4617720" cy="868680"/>
          </a:xfrm>
          <a:prstGeom prst="roundRect">
            <a:avLst>
              <a:gd name="adj" fmla="val 10526"/>
            </a:avLst>
          </a:prstGeom>
          <a:solidFill>
            <a:srgbClr val="F4F6F7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507492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réflexe : rester au Poste dédié, et n'ajouter Priority que si une rupture est réellement inacceptable.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63640" y="1554480"/>
            <a:ext cx="5257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182880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32320" y="1810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Tenir une plage large avec des postes dédiés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83680" y="260604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0" y="2862072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engagement 8h-20h honoré en empilant des agents dédiés, sans rotation organisée ni superviseur.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3776472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83680" y="4032504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faut 5,3 têtes pour 4 positions — plus cher que le Non-stop — et la plage tombe dès la première absence, précisément le jour où le SLA se joue.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0" y="4983480"/>
            <a:ext cx="4617720" cy="868680"/>
          </a:xfrm>
          <a:prstGeom prst="roundRect">
            <a:avLst>
              <a:gd name="adj" fmla="val 10526"/>
            </a:avLst>
          </a:prstGeom>
          <a:solidFill>
            <a:srgbClr val="F4F6F7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507492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réflexe : passer au Non-stop dès que la plage dépasse une journée de travail.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3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4754880" cy="4754880"/>
          </a:xfrm>
          <a:prstGeom prst="ellipse">
            <a:avLst/>
          </a:prstGeom>
          <a:solidFill>
            <a:srgbClr val="1A5F7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097280"/>
            <a:ext cx="3291840" cy="3291840"/>
          </a:xfrm>
          <a:prstGeom prst="ellipse">
            <a:avLst/>
          </a:prstGeom>
          <a:solidFill>
            <a:srgbClr val="E06B52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EN UNE PHRASE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Comptez vos heures, pas vos tickets.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 que vos demandes arrivent entre 9h et 18h, le Poste dédié les couvre au meilleur prix. Dès qu'elles arrivent après 18h, le week-end ou la nuit — et que vous avez 4 positions à ouvrir — le Non-stop les couvre pour moins cher que des postes dédiés empilés.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décrivez vos horaires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 à couvrir, volume, SLA en vigueur, et ce qui se passe aujourd'hui quand un ticket arrive hors plage.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8912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13" name="Shape 11"/>
          <p:cNvSpPr/>
          <p:nvPr/>
        </p:nvSpPr>
        <p:spPr>
          <a:xfrm>
            <a:off x="466344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6636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chiffre les deux scénarios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6344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 et Non-stop côte à côte, sur vos chiffres — y compris quand la réponse est de rester au dédié.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1540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Devis ferme sous 24 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dès 3 mois, 1er mois à −50 %, opérationnel en 3 à 4 semaines.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577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contact@salverys.fr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Salverys — Helpdesk IT N1 &amp; Support applicatif N1 · Antananarivo → France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Salverys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 dédié ou Non-stop</dc:title>
  <dc:subject>PptxGenJS Presentation</dc:subject>
  <dc:creator>Salverys</dc:creator>
  <cp:lastModifiedBy>Salverys</cp:lastModifiedBy>
  <cp:revision>1</cp:revision>
  <dcterms:created xsi:type="dcterms:W3CDTF">2026-08-14T14:48:27Z</dcterms:created>
  <dcterms:modified xsi:type="dcterms:W3CDTF">2026-08-14T14:48:27Z</dcterms:modified>
</cp:coreProperties>
</file>